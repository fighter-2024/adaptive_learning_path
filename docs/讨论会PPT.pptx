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自适应学习路径规划</a:t>
            </a:r>
            <a:br/>
            <a:r>
              <a:t>与社交激励系统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4560"/>
                </a:solidFill>
              </a:defRPr>
            </a:pPr>
            <a:r>
              <a:t>项目启动讨论会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888888"/>
                </a:solidFill>
              </a:defRPr>
            </a:pPr>
            <a:r>
              <a:t>省级大学生创新创业训练计划项目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Part 1 · 问题定位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94560"/>
                </a:solidFill>
              </a:defRPr>
            </a:pPr>
            <a:r>
              <a:t>我们要解决什么问题？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3891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- 学生面对大量知识点，不知道该按什么顺序学</a:t>
            </a:r>
          </a:p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- 传统学习平台「千人一面」，缺乏个性化路径</a:t>
            </a:r>
          </a:p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- 学习过程枯燥，缺少同伴激励和成就感</a:t>
            </a:r>
          </a:p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- 教师难以精准诊断每个学生的薄弱点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Part 1 · 用户画像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94560"/>
                </a:solidFill>
              </a:defRPr>
            </a:pPr>
            <a:r>
              <a:t>我们的用户是谁？他们需要什么？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3891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- 学员：需要一条「看得见」的个性化学习路径 + 社交激励</a:t>
            </a:r>
          </a:p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- 教师/管理员：需要一个能诊断学情、管理内容的后台</a:t>
            </a:r>
          </a:p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- 讨论：先聚焦哪类用户？哪门课程？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Part 1 · 核心场景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94560"/>
                </a:solidFill>
              </a:defRPr>
            </a:pPr>
            <a:r>
              <a:t>典型使用场景是怎样的？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3891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- 学员登录 → 做几道诊断题 → 系统给出知识掌握画像</a:t>
            </a:r>
          </a:p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- 系统推荐下一步该学什么、为什么</a:t>
            </a:r>
          </a:p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- 学完知识点 → 做练习题 → 系统更新诊断 → 调整路径</a:t>
            </a:r>
          </a:p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- 查看排行榜 / 好友进度 → 获得激励</a:t>
            </a:r>
          </a:p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- 每周收到 AI 生成的学习周报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888888"/>
                </a:solidFill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基于以上思考，</a:t>
            </a:r>
            <a:br/>
            <a:r>
              <a:t>我们准备了一套技术方案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技术栈总览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9144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4389120"/>
              </a:tblGrid>
              <a:tr h="5283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层面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选型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后端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Python FastAPI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统一 REST API 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图数据库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Neo4j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知识点关系 &amp; 路径查询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关系数据库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SQL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用户 / 答题 / 社交数据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学员前端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UniApp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一套代码 → H5 + 微信小程序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管理后台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Vue 3 SPA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独立工程 admin/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认知诊断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DINA 模型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Q矩阵 + EM + 贝叶斯后验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路径规划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拓扑排序 + 多指标贪心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保序 + 距离/难度/掌握概率打分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AI 能力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LLM API (DeepSeek / 通义千问)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诊断解读 / 错题归因 / 周报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系统架构总览</a:t>
            </a:r>
          </a:p>
        </p:txBody>
      </p:sp>
      <p:pic>
        <p:nvPicPr>
          <p:cNvPr id="3" name="Picture 2" descr="项目结构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4575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项目目录结构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项目目录结构：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docs/          文档（申报书 / API / 数据库 / 会议）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server/        FastAPI 后端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  └─ app/      config / routers / models / services / db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admin/         Vue 3 管理后台（独立工程）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frontend/      UniApp 学员客户端（H5 + 小程序）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algorithm/     算法实验（DINA + 路径规划 / Jupyter）</a:t>
            </a:r>
          </a:p>
          <a:p>
            <a:pPr>
              <a:spcAft>
                <a:spcPts val="1000"/>
              </a:spcAft>
              <a:defRPr sz="1700">
                <a:solidFill>
                  <a:srgbClr val="1A1A2E"/>
                </a:solidFill>
              </a:defRPr>
            </a:pPr>
            <a:r>
              <a:t>kg-data/       知识图谱数据 &amp; 构建脚本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学员端功能 (UniApp)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功能描述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知识点学习 &amp; 答题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按推荐路径学习知识点，完成配套练习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学习路径展示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可视化当前进度 + 下一步推荐 + 目标距离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社交激励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排行榜 / 打卡 / 好友PK / 成就系统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AI 诊断解读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把认知诊断结果翻译成人话，告诉学员哪里薄弱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错题归因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每道错题给出知识点层面的原因分析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学习周报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每周 AI 生成学习总结 + 进步趋势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管理后台功能 (Vue 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知识图谱管理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知识点 / 关系增删改查、图谱可视化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题库管理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题目录入编辑、Q 矩阵标注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学生数据看板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学生列表、认知诊断 α 向量、学习进度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社交内容管理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动态审核、公告发布、排行榜配置、举报处理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AI 诊断与周报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触发 AI 生成解读/周报、历史查看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系统配置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DINA 参数调节、LLM 配置、阈值设置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核心算法路线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1.  学生完成一组诊断性题目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↓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2.  DINA 模型：EM 算法估计题目参数 (slip / guess)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↓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3.  贝叶斯后验推断：得到学生知识掌握向量 α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↓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4.  加载 Neo4j 知识图谱 + α 向量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↓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5.  拓扑排序确保先修关系 + 多指标贪心打分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指标：距离目标 / 掌握概率 / 难度 / 预估时长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      ↓</a:t>
            </a:r>
          </a:p>
          <a:p>
            <a:pPr>
              <a:spcAft>
                <a:spcPts val="600"/>
              </a:spcAft>
              <a:defRPr sz="1800">
                <a:solidFill>
                  <a:srgbClr val="1A1A2E"/>
                </a:solidFill>
              </a:defRPr>
            </a:pPr>
            <a:r>
              <a:t>6.  输出个性化推荐学习路径 → 前端展示 + AI 解读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AI 能力接入点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94560"/>
                </a:solidFill>
              </a:defRPr>
            </a:pPr>
            <a:r>
              <a:t>诊断结果解读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8288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A1A2E"/>
                </a:solidFill>
              </a:defRPr>
            </a:pPr>
            <a:r>
              <a:t>把 α 向量翻译成学员能看懂的语言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94560"/>
                </a:solidFill>
              </a:defRPr>
            </a:pPr>
            <a:r>
              <a:t>路径推荐解释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743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A1A2E"/>
                </a:solidFill>
              </a:defRPr>
            </a:pPr>
            <a:r>
              <a:t>为什么推荐这个知识点？为什么不推荐那个？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94560"/>
                </a:solidFill>
              </a:defRPr>
            </a:pPr>
            <a:r>
              <a:t>错题归因分析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3657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A1A2E"/>
                </a:solidFill>
              </a:defRPr>
            </a:pPr>
            <a:r>
              <a:t>这道题错了 → 哪个知识点没掌握 → 怎么补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572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94560"/>
                </a:solidFill>
              </a:defRPr>
            </a:pPr>
            <a:r>
              <a:t>学习周报生成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45720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A1A2E"/>
                </a:solidFill>
              </a:defRPr>
            </a:pPr>
            <a:r>
              <a:t>本周学了多少、正确率、进步趋势、下周建议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486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94560"/>
                </a:solidFill>
              </a:defRPr>
            </a:pPr>
            <a:r>
              <a:t>知识点提取辅助 (可选)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54864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A1A2E"/>
                </a:solidFill>
              </a:defRPr>
            </a:pPr>
            <a:r>
              <a:t>从教材/讲义自动抽取知识点，辅助建图谱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开发规范 (已定)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A1A2E"/>
                </a:solidFill>
              </a:defRPr>
            </a:pPr>
            <a:r>
              <a:t>算法先在 Jupyter Notebook 验证 → 成熟后移植到 server/app/services/</a:t>
            </a:r>
          </a:p>
          <a:p>
            <a:pPr>
              <a:spcAft>
                <a:spcPts val="1600"/>
              </a:spcAft>
              <a:defRPr sz="2000">
                <a:solidFill>
                  <a:srgbClr val="1A1A2E"/>
                </a:solidFill>
              </a:defRPr>
            </a:pPr>
            <a:r>
              <a:t>API 统一返回格式：{"code": 0, "data": ..., "message": ""}</a:t>
            </a:r>
          </a:p>
          <a:p>
            <a:pPr>
              <a:spcAft>
                <a:spcPts val="1600"/>
              </a:spcAft>
              <a:defRPr sz="2000">
                <a:solidFill>
                  <a:srgbClr val="1A1A2E"/>
                </a:solidFill>
              </a:defRPr>
            </a:pPr>
            <a:r>
              <a:t>路由按角色前缀：/api/admin/*  和  /api/student/*</a:t>
            </a:r>
          </a:p>
          <a:p>
            <a:pPr>
              <a:spcAft>
                <a:spcPts val="1600"/>
              </a:spcAft>
              <a:defRPr sz="2000">
                <a:solidFill>
                  <a:srgbClr val="1A1A2E"/>
                </a:solidFill>
              </a:defRPr>
            </a:pPr>
            <a:r>
              <a:t>后端代码注释用中文，标识符用英文</a:t>
            </a:r>
          </a:p>
          <a:p>
            <a:pPr>
              <a:spcAft>
                <a:spcPts val="1600"/>
              </a:spcAft>
              <a:defRPr sz="2000">
                <a:solidFill>
                  <a:srgbClr val="1A1A2E"/>
                </a:solidFill>
              </a:defRPr>
            </a:pPr>
            <a:r>
              <a:t>所有配置走环境变量 .env，不硬编码密码/密钥</a:t>
            </a:r>
          </a:p>
          <a:p>
            <a:pPr>
              <a:spcAft>
                <a:spcPts val="1600"/>
              </a:spcAft>
              <a:defRPr sz="2000">
                <a:solidFill>
                  <a:srgbClr val="1A1A2E"/>
                </a:solidFill>
              </a:defRPr>
            </a:pPr>
            <a:r>
              <a:t>两个前端 (admin + UniApp) 共用同一套 server API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Part 3 · 待讨论事项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94560"/>
                </a:solidFill>
              </a:defRPr>
            </a:pPr>
            <a:r>
              <a:t>接下来需要一起决定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3891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1. 社交激励具体功能范围？排行榜 / 好友 / 小组 / 打卡？</a:t>
            </a:r>
          </a:p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2. admin/ UI 框架选什么？Element Plus / Ant Design Vue？</a:t>
            </a:r>
          </a:p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3. 知识图谱先做哪一门课程？</a:t>
            </a:r>
          </a:p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4. 第一阶段的开发优先级怎么排？</a:t>
            </a:r>
          </a:p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5. 分工 &amp; 时间节点？</a:t>
            </a:r>
          </a:p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（本页为讨论会历史快照：以上事项后续均已定稿 —</a:t>
            </a:r>
          </a:p>
          <a:p>
            <a:pPr>
              <a:spcAft>
                <a:spcPts val="800"/>
              </a:spcAft>
              <a:defRPr sz="2000">
                <a:solidFill>
                  <a:srgbClr val="888888"/>
                </a:solidFill>
              </a:defRPr>
            </a:pPr>
            <a:r>
              <a:t>Element Plus / 初中数学 / 排行榜·打卡·成就，详见 docs/）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感谢参与</a:t>
            </a:r>
            <a:br/>
            <a:r>
              <a:t>开始讨论吧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